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Data-Driven Overview of Mutual Fund Returns and Ratings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Funds Analyzed: 1651</a:t>
            </a:r>
          </a:p>
          <a:p>
            <a:r>
              <a:t>• Average 1-Year Return: 3.61%</a:t>
            </a:r>
          </a:p>
          <a:p>
            <a:r>
              <a:t>• Average 3-Year Return: 19.55%</a:t>
            </a:r>
          </a:p>
          <a:p>
            <a:r>
              <a:t>• Average 5-Year Return: 10.23%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Returns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chart shows average 1Y, 3Y, and 5Y returns across fund categories.</a:t>
            </a:r>
          </a:p>
        </p:txBody>
      </p:sp>
      <p:pic>
        <p:nvPicPr>
          <p:cNvPr id="4" name="Picture 3" descr="category_av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of mutual fund ratings based on overall performance metrics.</a:t>
            </a:r>
          </a:p>
        </p:txBody>
      </p:sp>
      <p:pic>
        <p:nvPicPr>
          <p:cNvPr id="4" name="Picture 3" descr="rating_distribu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Funds by 3-Year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3250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Fund Name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3-Year Return (%)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Quant Small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Quant Infrastructure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ICICI Pru Commodities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Quant Tax Plan- Direct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Canara Robeco Small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Sundaram LT Tax Advantage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Bank of India Small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Quant Flexi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Nippon India Small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Sundaram LT Tax Advantage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Equity funds show higher long-term returns but with greater variability.</a:t>
            </a:r>
          </a:p>
          <a:p>
            <a:r>
              <a:t>• Debt and Hybrid funds offer moderate, stable performance.</a:t>
            </a:r>
          </a:p>
          <a:p>
            <a:r>
              <a:t>• 4-star and 5-star rated funds dominate top return segments.</a:t>
            </a:r>
          </a:p>
          <a:p>
            <a:r>
              <a:t>• Insights can help investors and analysts focus on well-rated, high-return schemes.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